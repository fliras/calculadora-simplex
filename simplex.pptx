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1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título e os integrantes. Preencher nomes e RMs; apagar as linhas que sobrarem.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Simplex é poderoso, mas a percepção de complexidade afasta as pessoas. O problema não é o método, é a forma como ele costuma ser apresentado.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diferença para uma calculadora comum: além do resultado, o usuário vê o caminho até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usuário navega da esquerda para a direita: cada aba é um quadro guardado antes do pivoteamento.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Numeração dos casos igual à do material de apoio em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</a:t>
            </a: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</a:t>
            </a:r>
            <a:r>
              <a:rPr lang="en-US" sz="4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Resolução</a:t>
            </a: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</a:t>
            </a: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8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</a:t>
            </a: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</a:t>
            </a: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8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RM081230012 - André Mendes 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RM081230006</a:t>
            </a:r>
            <a:r>
              <a:rPr lang="en-US" sz="1400" dirty="0"/>
              <a:t> -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Felipe Lira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RM081230022 - Pedro Henrique Simões 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RM081220040 - Vinicius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Yamaguti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Muitos problemas do cotidiano de uma empresa podem ser resolvidos com o método Simplex.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utilidade e eficiência para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produzir ou como distribuir recursos limitados.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9260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parece complexo de entender e de implementar para a maioria das pessoas, o que desencoraja o uso.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calculadora baseada no método Simplex, com foco didático.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794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problemas de maximização e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minimização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entregando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solução ótima.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00600" y="2148840"/>
            <a:ext cx="3794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074920" y="2423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Didática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9260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Mostra, passo a passo, como o problema é resolvido até chegar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detalhando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pivô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calculada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34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234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variáveis e restrições, Max ou Min. Dados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digitados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copiados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Excel.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41320" y="1325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398520" y="1371600"/>
            <a:ext cx="234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aba por tabela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398520" y="1828800"/>
            <a:ext cx="234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Pivô destacado, razões, memória de cálculo e a fórmula de cada valor.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91200" y="1325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248400" y="1371600"/>
            <a:ext cx="234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de resultado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48400" y="1828800"/>
            <a:ext cx="234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Z, variáveis, folgas e a verificação na função objetivo.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80467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Limitações: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do tipo ≤, CTE ≥ 0, até 5 variáveis e 6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990610"/>
              </p:ext>
            </p:extLst>
          </p:nvPr>
        </p:nvGraphicFramePr>
        <p:xfrm>
          <a:off x="548640" y="1280160"/>
          <a:ext cx="8046720" cy="3017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Cenário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observar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Minimização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Exibição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do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menor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valor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ótimo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Maximização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Exibição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do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maior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valor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ótimo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Muitas iterações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 abas: rolagem da trilha de etapas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Múltiplas soluções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 de outras soluções com o mesmo Z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Ilimitado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Aviso de que não existe solução ótima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370</Words>
  <Application>Microsoft Office PowerPoint</Application>
  <PresentationFormat>Apresentação na tela (16:9)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 Simplex: calculadora didática</dc:title>
  <dc:subject>PptxGenJS Presentation</dc:subject>
  <dc:creator>PptxGenJS</dc:creator>
  <cp:lastModifiedBy>FELIPE LIRA SILVA</cp:lastModifiedBy>
  <cp:revision>3</cp:revision>
  <dcterms:created xsi:type="dcterms:W3CDTF">2026-09-20T16:11:44Z</dcterms:created>
  <dcterms:modified xsi:type="dcterms:W3CDTF">2026-09-20T16:37:32Z</dcterms:modified>
</cp:coreProperties>
</file>